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C0E81-804A-43CD-B27C-1BE4848051E6}" v="13" dt="2026-08-13T15:29:41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76" y="6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shma N" userId="e4d7f20053e26fb3" providerId="LiveId" clId="{0314392F-A276-4798-962E-9E54F560E75D}"/>
    <pc:docChg chg="undo custSel modSld">
      <pc:chgData name="Greeshma N" userId="e4d7f20053e26fb3" providerId="LiveId" clId="{0314392F-A276-4798-962E-9E54F560E75D}" dt="2026-08-18T08:14:25.838" v="232" actId="123"/>
      <pc:docMkLst>
        <pc:docMk/>
      </pc:docMkLst>
      <pc:sldChg chg="modSp mod">
        <pc:chgData name="Greeshma N" userId="e4d7f20053e26fb3" providerId="LiveId" clId="{0314392F-A276-4798-962E-9E54F560E75D}" dt="2026-08-13T15:25:15.951" v="105"/>
        <pc:sldMkLst>
          <pc:docMk/>
          <pc:sldMk cId="3362554174" sldId="258"/>
        </pc:sldMkLst>
        <pc:spChg chg="mod">
          <ac:chgData name="Greeshma N" userId="e4d7f20053e26fb3" providerId="LiveId" clId="{0314392F-A276-4798-962E-9E54F560E75D}" dt="2026-08-13T15:25:15.951" v="105"/>
          <ac:spMkLst>
            <pc:docMk/>
            <pc:sldMk cId="3362554174" sldId="258"/>
            <ac:spMk id="2" creationId="{3C500A09-BF95-A121-71A4-33FFE91ACA86}"/>
          </ac:spMkLst>
        </pc:spChg>
        <pc:graphicFrameChg chg="modGraphic">
          <ac:chgData name="Greeshma N" userId="e4d7f20053e26fb3" providerId="LiveId" clId="{0314392F-A276-4798-962E-9E54F560E75D}" dt="2026-08-13T15:24:52.600" v="104" actId="20577"/>
          <ac:graphicFrameMkLst>
            <pc:docMk/>
            <pc:sldMk cId="3362554174" sldId="258"/>
            <ac:graphicFrameMk id="12" creationId="{F5C1A452-4633-BB68-A150-FAF552C36CB9}"/>
          </ac:graphicFrameMkLst>
        </pc:graphicFrameChg>
      </pc:sldChg>
      <pc:sldChg chg="addSp modSp mod">
        <pc:chgData name="Greeshma N" userId="e4d7f20053e26fb3" providerId="LiveId" clId="{0314392F-A276-4798-962E-9E54F560E75D}" dt="2026-08-13T15:33:40.952" v="227" actId="20577"/>
        <pc:sldMkLst>
          <pc:docMk/>
          <pc:sldMk cId="1749009451" sldId="374"/>
        </pc:sldMkLst>
        <pc:spChg chg="add mod">
          <ac:chgData name="Greeshma N" userId="e4d7f20053e26fb3" providerId="LiveId" clId="{0314392F-A276-4798-962E-9E54F560E75D}" dt="2026-08-13T15:33:40.952" v="227" actId="20577"/>
          <ac:spMkLst>
            <pc:docMk/>
            <pc:sldMk cId="1749009451" sldId="374"/>
            <ac:spMk id="3" creationId="{8052A5B0-5F42-3A23-B068-DB7EC2BEF6FE}"/>
          </ac:spMkLst>
        </pc:spChg>
      </pc:sldChg>
      <pc:sldChg chg="modSp mod">
        <pc:chgData name="Greeshma N" userId="e4d7f20053e26fb3" providerId="LiveId" clId="{0314392F-A276-4798-962E-9E54F560E75D}" dt="2026-08-13T15:31:02.213" v="186" actId="20577"/>
        <pc:sldMkLst>
          <pc:docMk/>
          <pc:sldMk cId="1183936719" sldId="377"/>
        </pc:sldMkLst>
        <pc:spChg chg="mod">
          <ac:chgData name="Greeshma N" userId="e4d7f20053e26fb3" providerId="LiveId" clId="{0314392F-A276-4798-962E-9E54F560E75D}" dt="2026-08-13T15:31:02.213" v="186" actId="20577"/>
          <ac:spMkLst>
            <pc:docMk/>
            <pc:sldMk cId="1183936719" sldId="377"/>
            <ac:spMk id="2" creationId="{BC0F0159-92E9-5749-2215-8FA86E40BAF0}"/>
          </ac:spMkLst>
        </pc:spChg>
        <pc:graphicFrameChg chg="modGraphic">
          <ac:chgData name="Greeshma N" userId="e4d7f20053e26fb3" providerId="LiveId" clId="{0314392F-A276-4798-962E-9E54F560E75D}" dt="2026-08-13T15:30:57.228" v="184" actId="20577"/>
          <ac:graphicFrameMkLst>
            <pc:docMk/>
            <pc:sldMk cId="1183936719" sldId="377"/>
            <ac:graphicFrameMk id="7" creationId="{BD94FEB8-52D1-2D12-5891-6583D8FD44BE}"/>
          </ac:graphicFrameMkLst>
        </pc:graphicFrameChg>
      </pc:sldChg>
      <pc:sldChg chg="modSp mod">
        <pc:chgData name="Greeshma N" userId="e4d7f20053e26fb3" providerId="LiveId" clId="{0314392F-A276-4798-962E-9E54F560E75D}" dt="2026-08-18T08:14:25.838" v="232" actId="123"/>
        <pc:sldMkLst>
          <pc:docMk/>
          <pc:sldMk cId="4206421878" sldId="391"/>
        </pc:sldMkLst>
        <pc:spChg chg="mod">
          <ac:chgData name="Greeshma N" userId="e4d7f20053e26fb3" providerId="LiveId" clId="{0314392F-A276-4798-962E-9E54F560E75D}" dt="2026-08-18T08:14:25.838" v="232" actId="123"/>
          <ac:spMkLst>
            <pc:docMk/>
            <pc:sldMk cId="4206421878" sldId="391"/>
            <ac:spMk id="4" creationId="{A4A63587-658B-D9DC-0DC8-293DA4D38FF8}"/>
          </ac:spMkLst>
        </pc:spChg>
      </pc:sldChg>
      <pc:sldChg chg="modSp mod">
        <pc:chgData name="Greeshma N" userId="e4d7f20053e26fb3" providerId="LiveId" clId="{0314392F-A276-4798-962E-9E54F560E75D}" dt="2026-08-13T15:28:07.090" v="110"/>
        <pc:sldMkLst>
          <pc:docMk/>
          <pc:sldMk cId="2105092368" sldId="392"/>
        </pc:sldMkLst>
        <pc:spChg chg="mod">
          <ac:chgData name="Greeshma N" userId="e4d7f20053e26fb3" providerId="LiveId" clId="{0314392F-A276-4798-962E-9E54F560E75D}" dt="2026-08-13T15:28:07.090" v="110"/>
          <ac:spMkLst>
            <pc:docMk/>
            <pc:sldMk cId="2105092368" sldId="392"/>
            <ac:spMk id="4" creationId="{B50241EE-20FA-FE88-F0CE-F84CFE3ED762}"/>
          </ac:spMkLst>
        </pc:spChg>
      </pc:sldChg>
      <pc:sldChg chg="modSp mod">
        <pc:chgData name="Greeshma N" userId="e4d7f20053e26fb3" providerId="LiveId" clId="{0314392F-A276-4798-962E-9E54F560E75D}" dt="2026-08-13T15:28:18.716" v="113" actId="27636"/>
        <pc:sldMkLst>
          <pc:docMk/>
          <pc:sldMk cId="3485086799" sldId="393"/>
        </pc:sldMkLst>
        <pc:spChg chg="mod">
          <ac:chgData name="Greeshma N" userId="e4d7f20053e26fb3" providerId="LiveId" clId="{0314392F-A276-4798-962E-9E54F560E75D}" dt="2026-08-13T15:28:18.716" v="113" actId="27636"/>
          <ac:spMkLst>
            <pc:docMk/>
            <pc:sldMk cId="3485086799" sldId="393"/>
            <ac:spMk id="4" creationId="{056021FD-8573-454E-AAE6-0DB770428D43}"/>
          </ac:spMkLst>
        </pc:spChg>
      </pc:sldChg>
      <pc:sldChg chg="modSp mod">
        <pc:chgData name="Greeshma N" userId="e4d7f20053e26fb3" providerId="LiveId" clId="{0314392F-A276-4798-962E-9E54F560E75D}" dt="2026-08-13T15:31:58.161" v="190" actId="27636"/>
        <pc:sldMkLst>
          <pc:docMk/>
          <pc:sldMk cId="2029224968" sldId="394"/>
        </pc:sldMkLst>
        <pc:spChg chg="mod">
          <ac:chgData name="Greeshma N" userId="e4d7f20053e26fb3" providerId="LiveId" clId="{0314392F-A276-4798-962E-9E54F560E75D}" dt="2026-08-13T15:31:58.161" v="190" actId="27636"/>
          <ac:spMkLst>
            <pc:docMk/>
            <pc:sldMk cId="2029224968" sldId="394"/>
            <ac:spMk id="4" creationId="{1A1C0964-43C5-DE58-F74B-F0B3B1F5C984}"/>
          </ac:spMkLst>
        </pc:spChg>
      </pc:sldChg>
      <pc:sldChg chg="modSp mod">
        <pc:chgData name="Greeshma N" userId="e4d7f20053e26fb3" providerId="LiveId" clId="{0314392F-A276-4798-962E-9E54F560E75D}" dt="2026-08-13T15:32:35.915" v="208" actId="20577"/>
        <pc:sldMkLst>
          <pc:docMk/>
          <pc:sldMk cId="3949831833" sldId="395"/>
        </pc:sldMkLst>
        <pc:spChg chg="mod">
          <ac:chgData name="Greeshma N" userId="e4d7f20053e26fb3" providerId="LiveId" clId="{0314392F-A276-4798-962E-9E54F560E75D}" dt="2026-08-13T15:32:35.915" v="208" actId="20577"/>
          <ac:spMkLst>
            <pc:docMk/>
            <pc:sldMk cId="3949831833" sldId="395"/>
            <ac:spMk id="4" creationId="{A105A205-0B24-5585-AD3A-14F0657A956C}"/>
          </ac:spMkLst>
        </pc:spChg>
      </pc:sldChg>
      <pc:sldChg chg="modSp mod">
        <pc:chgData name="Greeshma N" userId="e4d7f20053e26fb3" providerId="LiveId" clId="{0314392F-A276-4798-962E-9E54F560E75D}" dt="2026-08-13T15:28:55.813" v="125"/>
        <pc:sldMkLst>
          <pc:docMk/>
          <pc:sldMk cId="2402079705" sldId="396"/>
        </pc:sldMkLst>
        <pc:spChg chg="mod">
          <ac:chgData name="Greeshma N" userId="e4d7f20053e26fb3" providerId="LiveId" clId="{0314392F-A276-4798-962E-9E54F560E75D}" dt="2026-08-13T15:28:55.813" v="125"/>
          <ac:spMkLst>
            <pc:docMk/>
            <pc:sldMk cId="2402079705" sldId="396"/>
            <ac:spMk id="4" creationId="{D440F2FD-B824-35C5-9EAA-5AF510938C36}"/>
          </ac:spMkLst>
        </pc:spChg>
      </pc:sldChg>
      <pc:sldChg chg="addSp delSp modSp mod">
        <pc:chgData name="Greeshma N" userId="e4d7f20053e26fb3" providerId="LiveId" clId="{0314392F-A276-4798-962E-9E54F560E75D}" dt="2026-08-13T15:33:16.124" v="217" actId="113"/>
        <pc:sldMkLst>
          <pc:docMk/>
          <pc:sldMk cId="1098968653" sldId="397"/>
        </pc:sldMkLst>
        <pc:graphicFrameChg chg="add mod modGraphic">
          <ac:chgData name="Greeshma N" userId="e4d7f20053e26fb3" providerId="LiveId" clId="{0314392F-A276-4798-962E-9E54F560E75D}" dt="2026-08-13T15:33:16.124" v="217" actId="113"/>
          <ac:graphicFrameMkLst>
            <pc:docMk/>
            <pc:sldMk cId="1098968653" sldId="397"/>
            <ac:graphicFrameMk id="3" creationId="{2D68F869-3999-DDC4-1B00-98B272527D99}"/>
          </ac:graphicFrameMkLst>
        </pc:graphicFrameChg>
      </pc:sldChg>
      <pc:sldChg chg="addSp delSp modSp mod">
        <pc:chgData name="Greeshma N" userId="e4d7f20053e26fb3" providerId="LiveId" clId="{0314392F-A276-4798-962E-9E54F560E75D}" dt="2026-08-13T15:29:05.212" v="127"/>
        <pc:sldMkLst>
          <pc:docMk/>
          <pc:sldMk cId="1063077158" sldId="398"/>
        </pc:sldMkLst>
        <pc:graphicFrameChg chg="add mod">
          <ac:chgData name="Greeshma N" userId="e4d7f20053e26fb3" providerId="LiveId" clId="{0314392F-A276-4798-962E-9E54F560E75D}" dt="2026-08-13T15:29:05.212" v="127"/>
          <ac:graphicFrameMkLst>
            <pc:docMk/>
            <pc:sldMk cId="1063077158" sldId="398"/>
            <ac:graphicFrameMk id="3" creationId="{24DA54A1-E751-85C2-4EE4-0638742567B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Women Safety App with SOS and Live Tracking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2029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M. Keerthi Sri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N. Greeshma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P. Yaswanth Surya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056113"/>
              </p:ext>
            </p:extLst>
          </p:nvPr>
        </p:nvGraphicFramePr>
        <p:xfrm>
          <a:off x="838199" y="1416193"/>
          <a:ext cx="10515600" cy="230796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M. Keerthi Sri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N. Greeshma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P. Yaswanth Surya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IN" dirty="0"/>
              <a:t>A mobile-based safety application designed to provide </a:t>
            </a:r>
            <a:r>
              <a:rPr lang="en-IN" b="1" dirty="0"/>
              <a:t>quick and discreet emergency assistance</a:t>
            </a:r>
            <a:r>
              <a:rPr lang="en-IN" dirty="0"/>
              <a:t>. </a:t>
            </a:r>
          </a:p>
          <a:p>
            <a:pPr lvl="0" algn="just"/>
            <a:r>
              <a:rPr lang="en-IN" dirty="0"/>
              <a:t>Allows users to register </a:t>
            </a:r>
            <a:r>
              <a:rPr lang="en-IN" b="1" dirty="0"/>
              <a:t>trusted guardians</a:t>
            </a:r>
            <a:r>
              <a:rPr lang="en-IN" dirty="0"/>
              <a:t> for emergency communication. </a:t>
            </a:r>
          </a:p>
          <a:p>
            <a:pPr lvl="0" algn="just"/>
            <a:r>
              <a:rPr lang="en-IN" dirty="0"/>
              <a:t>SOS can be triggered using a </a:t>
            </a:r>
            <a:r>
              <a:rPr lang="en-IN" b="1" dirty="0"/>
              <a:t>shake gesture or predefined power-button pattern</a:t>
            </a:r>
            <a:r>
              <a:rPr lang="en-IN" dirty="0"/>
              <a:t>. </a:t>
            </a:r>
          </a:p>
          <a:p>
            <a:pPr lvl="0" algn="just"/>
            <a:r>
              <a:rPr lang="en-IN" dirty="0"/>
              <a:t>Sends emergency alerts and shares the user's </a:t>
            </a:r>
            <a:r>
              <a:rPr lang="en-IN" b="1" dirty="0"/>
              <a:t>real-time location</a:t>
            </a:r>
            <a:r>
              <a:rPr lang="en-IN" dirty="0"/>
              <a:t> with guardians. </a:t>
            </a:r>
          </a:p>
          <a:p>
            <a:pPr lvl="0" algn="just"/>
            <a:r>
              <a:rPr lang="en-IN" dirty="0"/>
              <a:t>Supports </a:t>
            </a:r>
            <a:r>
              <a:rPr lang="en-IN" b="1" dirty="0"/>
              <a:t>automatic SMS/call alerts, evidence capture, and safe route suggestions</a:t>
            </a:r>
            <a:r>
              <a:rPr lang="en-IN" dirty="0"/>
              <a:t>. </a:t>
            </a:r>
          </a:p>
          <a:p>
            <a:pPr lvl="0" algn="just"/>
            <a:r>
              <a:rPr lang="en-IN" dirty="0"/>
              <a:t>Developed using </a:t>
            </a:r>
            <a:r>
              <a:rPr lang="en-IN" b="1" dirty="0"/>
              <a:t>Kotlin, Firebase, Fused Location API, Twilio, and </a:t>
            </a:r>
            <a:r>
              <a:rPr lang="en-IN" b="1" dirty="0" err="1"/>
              <a:t>ShakeDetector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Women may face emergency situations where immediate communication is difficult. </a:t>
            </a:r>
          </a:p>
          <a:p>
            <a:pPr lvl="0"/>
            <a:r>
              <a:rPr lang="en-IN" dirty="0"/>
              <a:t>Manually unlocking a phone and making a call can consume valuable time. </a:t>
            </a:r>
          </a:p>
          <a:p>
            <a:pPr lvl="0"/>
            <a:r>
              <a:rPr lang="en-IN" dirty="0"/>
              <a:t>Existing safety applications may require multiple user actions. </a:t>
            </a:r>
          </a:p>
          <a:p>
            <a:pPr lvl="0"/>
            <a:r>
              <a:rPr lang="en-IN" dirty="0"/>
              <a:t>Our application focuses on </a:t>
            </a:r>
            <a:r>
              <a:rPr lang="en-IN" b="1" dirty="0"/>
              <a:t>fast, discreet, and automated emergency response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connects the user with trusted guardians and continuously shares location during an SOS event.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Common Safety Solutions:</a:t>
            </a:r>
            <a:endParaRPr lang="en-IN" dirty="0"/>
          </a:p>
          <a:p>
            <a:pPr lvl="0"/>
            <a:r>
              <a:rPr lang="en-IN" dirty="0"/>
              <a:t>Emergency calling through phone </a:t>
            </a:r>
            <a:r>
              <a:rPr lang="en-IN" dirty="0" err="1"/>
              <a:t>dialer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Manual SMS/location sharing. </a:t>
            </a:r>
          </a:p>
          <a:p>
            <a:pPr lvl="0"/>
            <a:r>
              <a:rPr lang="en-IN" dirty="0"/>
              <a:t>Basic SOS applications. </a:t>
            </a:r>
          </a:p>
          <a:p>
            <a:pPr lvl="0"/>
            <a:r>
              <a:rPr lang="en-IN" dirty="0"/>
              <a:t>Location-sharing applications. </a:t>
            </a:r>
          </a:p>
          <a:p>
            <a:r>
              <a:rPr lang="en-IN" b="1" dirty="0"/>
              <a:t>Limitations:</a:t>
            </a:r>
            <a:endParaRPr lang="en-IN" dirty="0"/>
          </a:p>
          <a:p>
            <a:pPr lvl="0"/>
            <a:r>
              <a:rPr lang="en-IN" dirty="0"/>
              <a:t>Require manual interaction during emergencies. </a:t>
            </a:r>
          </a:p>
          <a:p>
            <a:pPr lvl="0"/>
            <a:r>
              <a:rPr lang="en-IN" dirty="0"/>
              <a:t>Location may not be continuously shared. </a:t>
            </a:r>
          </a:p>
          <a:p>
            <a:pPr lvl="0"/>
            <a:r>
              <a:rPr lang="en-IN" dirty="0"/>
              <a:t>Alerts may need to be sent manually. </a:t>
            </a:r>
          </a:p>
          <a:p>
            <a:pPr lvl="0"/>
            <a:r>
              <a:rPr lang="en-IN" dirty="0"/>
              <a:t>Limited automation and evidence collection. </a:t>
            </a:r>
          </a:p>
          <a:p>
            <a:pPr lvl="0"/>
            <a:r>
              <a:rPr lang="en-IN" dirty="0"/>
              <a:t>May not provide a discreet triggering mechanism.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How can we provide women with a fast and discreet emergency system that automatically alerts trusted contacts and shares their real-time location when they may not be able to operate their phone normally?</a:t>
            </a:r>
          </a:p>
          <a:p>
            <a:pPr marL="0" indent="0">
              <a:buNone/>
            </a:pPr>
            <a:r>
              <a:rPr lang="en-IN" b="1" dirty="0"/>
              <a:t>Key Challenges:</a:t>
            </a:r>
            <a:endParaRPr lang="en-IN" dirty="0"/>
          </a:p>
          <a:p>
            <a:pPr lvl="0"/>
            <a:r>
              <a:rPr lang="en-IN" dirty="0"/>
              <a:t>Emergency situations may prevent normal phone usage. </a:t>
            </a:r>
          </a:p>
          <a:p>
            <a:pPr lvl="0"/>
            <a:r>
              <a:rPr lang="en-IN" dirty="0"/>
              <a:t>Delay in contacting guardians. </a:t>
            </a:r>
          </a:p>
          <a:p>
            <a:pPr lvl="0"/>
            <a:r>
              <a:rPr lang="en-IN" dirty="0"/>
              <a:t>Difficulty communicating the exact location. </a:t>
            </a:r>
          </a:p>
          <a:p>
            <a:pPr lvl="0"/>
            <a:r>
              <a:rPr lang="en-IN" dirty="0"/>
              <a:t>Need for continuous location updates. </a:t>
            </a:r>
          </a:p>
          <a:p>
            <a:pPr lvl="0"/>
            <a:r>
              <a:rPr lang="en-IN" dirty="0"/>
              <a:t>Lack of an easily accessible silent SOS mechanism.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Our proposed </a:t>
            </a:r>
            <a:r>
              <a:rPr lang="en-IN" b="1" dirty="0"/>
              <a:t>Women Safety App</a:t>
            </a:r>
            <a:r>
              <a:rPr lang="en-IN" dirty="0"/>
              <a:t> provides: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Silent SOS Trigger</a:t>
            </a:r>
            <a:r>
              <a:rPr lang="en-IN" dirty="0"/>
              <a:t> – Shake gesture / power-button pattern.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Live Location Tracking</a:t>
            </a:r>
            <a:r>
              <a:rPr lang="en-IN" dirty="0"/>
              <a:t> – Real-time location sharing with guardians.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Automatic SMS Alerts</a:t>
            </a:r>
            <a:r>
              <a:rPr lang="en-IN" dirty="0"/>
              <a:t> – Emergency notification through Twilio.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Automatic Calls</a:t>
            </a:r>
            <a:r>
              <a:rPr lang="en-IN" dirty="0"/>
              <a:t> – Alerts guardians through emergency calls.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Evidence Capture</a:t>
            </a:r>
            <a:r>
              <a:rPr lang="en-IN" dirty="0"/>
              <a:t> – Audio/photo capture during an emergency.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Safe Route Suggestions</a:t>
            </a:r>
            <a:r>
              <a:rPr lang="en-IN" dirty="0"/>
              <a:t> – Helps users choose safer routes.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Guardian Management</a:t>
            </a:r>
            <a:r>
              <a:rPr lang="en-IN" dirty="0"/>
              <a:t> – Users can register trusted emergency contacts. </a:t>
            </a:r>
          </a:p>
          <a:p>
            <a:pPr marL="0" indent="0">
              <a:buNone/>
            </a:pPr>
            <a:r>
              <a:rPr lang="en-IN" b="1" dirty="0"/>
              <a:t>Main Contribution:</a:t>
            </a:r>
          </a:p>
          <a:p>
            <a:pPr marL="0" indent="0">
              <a:buNone/>
            </a:pPr>
            <a:r>
              <a:rPr lang="en-IN" dirty="0"/>
              <a:t>A single integrated platform combining </a:t>
            </a:r>
            <a:r>
              <a:rPr lang="en-IN" b="1" dirty="0"/>
              <a:t>SOS activation + automated alerts + live tracking + evidence capture + route assistance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develop a </a:t>
            </a:r>
            <a:r>
              <a:rPr lang="en-IN" b="1" dirty="0"/>
              <a:t>reliable women safety application</a:t>
            </a:r>
            <a:r>
              <a:rPr lang="en-IN" dirty="0"/>
              <a:t> for emergency situations. </a:t>
            </a:r>
          </a:p>
          <a:p>
            <a:pPr lvl="0"/>
            <a:r>
              <a:rPr lang="en-IN" dirty="0"/>
              <a:t>To provide a </a:t>
            </a:r>
            <a:r>
              <a:rPr lang="en-IN" b="1" dirty="0"/>
              <a:t>quick and discreet SOS activation mechanism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automatically notify registered guardians through </a:t>
            </a:r>
            <a:r>
              <a:rPr lang="en-IN" b="1" dirty="0"/>
              <a:t>SMS and calls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real-time location tracking and sharing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support </a:t>
            </a:r>
            <a:r>
              <a:rPr lang="en-IN" b="1" dirty="0"/>
              <a:t>audio/photo evidence collection</a:t>
            </a:r>
            <a:r>
              <a:rPr lang="en-IN" dirty="0"/>
              <a:t> during emergencies.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safe route suggestions</a:t>
            </a:r>
            <a:r>
              <a:rPr lang="en-IN" dirty="0"/>
              <a:t> for improved personal safety. </a:t>
            </a:r>
          </a:p>
          <a:p>
            <a:pPr lvl="0"/>
            <a:r>
              <a:rPr lang="en-IN" dirty="0"/>
              <a:t>To reduce the response time between an emergency and guardian assistance.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DA54A1-E751-85C2-4EE4-0638742567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60" y="1810280"/>
          <a:ext cx="10425080" cy="4382028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4049916931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917678222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Module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579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User Registration &amp; Profile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Manages basic user information and account details.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58113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Guardian Setup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Allows users to add and manage trusted emergency contacts.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87754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SOS Trigger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Detects shake gesture or predefined power-button pattern.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52239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Live Location Tracking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Continuously tracks and shares the user's location.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5337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Emergency SMS &amp; Call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Sends alerts and initiates calls to guardians.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7655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Evidence Capture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Captures audio/photo evidence during an emergency.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08625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Safe Route Suggestions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Provides route recommendations focused on safer travel.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53410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Firebase Backend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Stores and synchronizes user, guardian, and location data.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D68F869-3999-DDC4-1B00-98B272527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314673"/>
              </p:ext>
            </p:extLst>
          </p:nvPr>
        </p:nvGraphicFramePr>
        <p:xfrm>
          <a:off x="838200" y="1989614"/>
          <a:ext cx="10515600" cy="4693920"/>
        </p:xfrm>
        <a:graphic>
          <a:graphicData uri="http://schemas.openxmlformats.org/drawingml/2006/table">
            <a:tbl>
              <a:tblPr/>
              <a:tblGrid>
                <a:gridCol w="4884506">
                  <a:extLst>
                    <a:ext uri="{9D8B030D-6E8A-4147-A177-3AD203B41FA5}">
                      <a16:colId xmlns:a16="http://schemas.microsoft.com/office/drawing/2014/main" val="3493996565"/>
                    </a:ext>
                  </a:extLst>
                </a:gridCol>
                <a:gridCol w="5631094">
                  <a:extLst>
                    <a:ext uri="{9D8B030D-6E8A-4147-A177-3AD203B41FA5}">
                      <a16:colId xmlns:a16="http://schemas.microsoft.com/office/drawing/2014/main" val="2582972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9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Android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79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Android Studio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19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Kotlin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9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Backend /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Firebase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Location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Fused Location Provider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3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Emergency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Twilio SMS &amp; Voice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47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Motion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ShakeDetector / Android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11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Maps &amp;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Google Maps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46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Git &amp;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844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Testing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Android Smartphone / Android Emulator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6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2A5B0-5F42-3A23-B068-DB7EC2BEF6FE}"/>
              </a:ext>
            </a:extLst>
          </p:cNvPr>
          <p:cNvSpPr txBox="1"/>
          <p:nvPr/>
        </p:nvSpPr>
        <p:spPr>
          <a:xfrm>
            <a:off x="811657" y="1356189"/>
            <a:ext cx="1092143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Conclusion:</a:t>
            </a:r>
            <a:endParaRPr lang="en-IN" sz="2200" dirty="0"/>
          </a:p>
          <a:p>
            <a:pPr lvl="0"/>
            <a:r>
              <a:rPr lang="en-IN" sz="2200" dirty="0"/>
              <a:t>The proposed application provides a </a:t>
            </a:r>
            <a:r>
              <a:rPr lang="en-IN" sz="2200" b="1" dirty="0"/>
              <a:t>fast, discreet, and integrated emergency safety solution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It combines SOS activation, live tracking, automated communication, evidence capture, and route assistance. </a:t>
            </a:r>
          </a:p>
          <a:p>
            <a:pPr lvl="0"/>
            <a:r>
              <a:rPr lang="en-IN" sz="2200" dirty="0"/>
              <a:t>The system aims to help trusted guardians respond quickly during emergency situations. </a:t>
            </a:r>
          </a:p>
          <a:p>
            <a:r>
              <a:rPr lang="en-IN" sz="2200" b="1" dirty="0"/>
              <a:t>Future Scope: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AI-based </a:t>
            </a:r>
            <a:r>
              <a:rPr lang="en-IN" sz="2200" b="1" dirty="0"/>
              <a:t>risk detection and emergency prediction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Integration with </a:t>
            </a:r>
            <a:r>
              <a:rPr lang="en-IN" sz="2200" b="1" dirty="0"/>
              <a:t>nearby emergency services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Improved tracking in areas with weak connectivity.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Integration with </a:t>
            </a:r>
            <a:r>
              <a:rPr lang="en-IN" sz="2200" b="1" dirty="0"/>
              <a:t>smartwatches and wearable devices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Voice-based emergency activation.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Advanced location-based safety alerts.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 Emergency incident history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8244</TotalTime>
  <Words>815</Words>
  <Application>Microsoft Office PowerPoint</Application>
  <PresentationFormat>Widescreen</PresentationFormat>
  <Paragraphs>165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Women Safety App with SOS and Live Tracking</vt:lpstr>
      <vt:lpstr>GROUP NUMBER:4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Greeshma N</cp:lastModifiedBy>
  <cp:revision>93</cp:revision>
  <dcterms:created xsi:type="dcterms:W3CDTF">2022-05-20T10:20:31Z</dcterms:created>
  <dcterms:modified xsi:type="dcterms:W3CDTF">2026-08-18T08:14:31Z</dcterms:modified>
</cp:coreProperties>
</file>